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9" d="100"/>
          <a:sy n="89" d="100"/>
        </p:scale>
        <p:origin x="26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52"/>
    </mc:Choice>
    <mc:Fallback xmlns="">
      <p:transition spd="slow" advTm="110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83" y="-6531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891529D-3F75-D886-361A-222CF3692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225" y="1247775"/>
            <a:ext cx="8181975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FF0B-F671-EA46-DBF8-28240E2C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D5DF0E0-F1E1-FBF5-F907-749A7CC66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6F71316-2E73-1E73-AEEF-12BA769A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762000"/>
            <a:ext cx="818197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7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3"/>
    </mc:Choice>
    <mc:Fallback xmlns="">
      <p:transition spd="slow" advTm="73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javiteran</dc:creator>
  <cp:lastModifiedBy>Javier Terán González</cp:lastModifiedBy>
  <cp:revision>4</cp:revision>
  <dcterms:created xsi:type="dcterms:W3CDTF">2006-08-16T00:00:00Z</dcterms:created>
  <dcterms:modified xsi:type="dcterms:W3CDTF">2026-05-09T08:10:46Z</dcterms:modified>
</cp:coreProperties>
</file>